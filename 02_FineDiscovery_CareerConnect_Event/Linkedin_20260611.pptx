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70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32"/>
    <p:restoredTop sz="94698"/>
  </p:normalViewPr>
  <p:slideViewPr>
    <p:cSldViewPr snapToGrid="0">
      <p:cViewPr varScale="1">
        <p:scale>
          <a:sx n="102" d="100"/>
          <a:sy n="102" d="100"/>
        </p:scale>
        <p:origin x="23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5016BD-58D8-CF43-8E4E-34EE79688BD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D980A-69A8-2544-9BCB-3FE7B6FF1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22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DE2A47A-6289-4C24-19DB-A8620A95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>
            <a:extLst>
              <a:ext uri="{FF2B5EF4-FFF2-40B4-BE49-F238E27FC236}">
                <a16:creationId xmlns:a16="http://schemas.microsoft.com/office/drawing/2014/main" id="{21F1A0F6-1192-FEA2-974B-437A6F192A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2" name="Google Shape;102;p2:notes">
            <a:extLst>
              <a:ext uri="{FF2B5EF4-FFF2-40B4-BE49-F238E27FC236}">
                <a16:creationId xmlns:a16="http://schemas.microsoft.com/office/drawing/2014/main" id="{C7B1B146-6D86-0150-8B96-7FF86C9ED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06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제목 슬라이드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ctrTitle"/>
          </p:nvPr>
        </p:nvSpPr>
        <p:spPr>
          <a:xfrm>
            <a:off x="539949" y="1178221"/>
            <a:ext cx="6119416" cy="2506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472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subTitle" idx="1"/>
          </p:nvPr>
        </p:nvSpPr>
        <p:spPr>
          <a:xfrm>
            <a:off x="899915" y="3781307"/>
            <a:ext cx="5399485" cy="1738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1890"/>
            </a:lvl1pPr>
            <a:lvl2pPr lvl="1" algn="ctr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1575"/>
            </a:lvl2pPr>
            <a:lvl3pPr lvl="2" algn="ctr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417"/>
            </a:lvl3pPr>
            <a:lvl4pPr lvl="3" algn="ctr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/>
            </a:lvl4pPr>
            <a:lvl5pPr lvl="4" algn="ctr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/>
            </a:lvl5pPr>
            <a:lvl6pPr lvl="5" algn="ctr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/>
            </a:lvl6pPr>
            <a:lvl7pPr lvl="6" algn="ctr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/>
            </a:lvl7pPr>
            <a:lvl8pPr lvl="7" algn="ctr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/>
            </a:lvl8pPr>
            <a:lvl9pPr lvl="8" algn="ctr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dt" idx="10"/>
          </p:nvPr>
        </p:nvSpPr>
        <p:spPr>
          <a:xfrm>
            <a:off x="494953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ftr" idx="11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4"/>
          <p:cNvSpPr txBox="1">
            <a:spLocks noGrp="1"/>
          </p:cNvSpPr>
          <p:nvPr>
            <p:ph type="sldNum" idx="12"/>
          </p:nvPr>
        </p:nvSpPr>
        <p:spPr>
          <a:xfrm>
            <a:off x="5084514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94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제목 및 내용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494953" y="383298"/>
            <a:ext cx="6209408" cy="139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body" idx="1"/>
          </p:nvPr>
        </p:nvSpPr>
        <p:spPr>
          <a:xfrm>
            <a:off x="494953" y="1916484"/>
            <a:ext cx="6209408" cy="456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51678" lvl="0" indent="-263759" algn="l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03356" lvl="1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55035" lvl="2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06713" lvl="3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58391" lvl="4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10069" lvl="5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61748" lvl="6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813426" lvl="7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165104" lvl="8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dt" idx="10"/>
          </p:nvPr>
        </p:nvSpPr>
        <p:spPr>
          <a:xfrm>
            <a:off x="494953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ftr" idx="11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5"/>
          <p:cNvSpPr txBox="1">
            <a:spLocks noGrp="1"/>
          </p:cNvSpPr>
          <p:nvPr>
            <p:ph type="sldNum" idx="12"/>
          </p:nvPr>
        </p:nvSpPr>
        <p:spPr>
          <a:xfrm>
            <a:off x="5084514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69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구역 머리글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491204" y="1794831"/>
            <a:ext cx="6209408" cy="2994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142"/>
              <a:buFont typeface="Play"/>
              <a:buNone/>
              <a:defRPr sz="4724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491204" y="4817876"/>
            <a:ext cx="6209408" cy="1574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51678" lvl="0" indent="-175839" algn="l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rgbClr val="757575"/>
              </a:buClr>
              <a:buSzPts val="2457"/>
              <a:buNone/>
              <a:defRPr sz="1890">
                <a:solidFill>
                  <a:srgbClr val="757575"/>
                </a:solidFill>
              </a:defRPr>
            </a:lvl1pPr>
            <a:lvl2pPr marL="703356" lvl="1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rgbClr val="757575"/>
              </a:buClr>
              <a:buSzPts val="2047"/>
              <a:buNone/>
              <a:defRPr sz="1575">
                <a:solidFill>
                  <a:srgbClr val="757575"/>
                </a:solidFill>
              </a:defRPr>
            </a:lvl2pPr>
            <a:lvl3pPr marL="1055035" lvl="2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rgbClr val="757575"/>
              </a:buClr>
              <a:buSzPts val="1842"/>
              <a:buNone/>
              <a:defRPr sz="1417">
                <a:solidFill>
                  <a:srgbClr val="757575"/>
                </a:solidFill>
              </a:defRPr>
            </a:lvl3pPr>
            <a:lvl4pPr marL="1406713" lvl="3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260">
                <a:solidFill>
                  <a:srgbClr val="757575"/>
                </a:solidFill>
              </a:defRPr>
            </a:lvl4pPr>
            <a:lvl5pPr marL="1758391" lvl="4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260">
                <a:solidFill>
                  <a:srgbClr val="757575"/>
                </a:solidFill>
              </a:defRPr>
            </a:lvl5pPr>
            <a:lvl6pPr marL="2110069" lvl="5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260">
                <a:solidFill>
                  <a:srgbClr val="757575"/>
                </a:solidFill>
              </a:defRPr>
            </a:lvl6pPr>
            <a:lvl7pPr marL="2461748" lvl="6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260">
                <a:solidFill>
                  <a:srgbClr val="757575"/>
                </a:solidFill>
              </a:defRPr>
            </a:lvl7pPr>
            <a:lvl8pPr marL="2813426" lvl="7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260">
                <a:solidFill>
                  <a:srgbClr val="757575"/>
                </a:solidFill>
              </a:defRPr>
            </a:lvl8pPr>
            <a:lvl9pPr marL="3165104" lvl="8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rgbClr val="757575"/>
              </a:buClr>
              <a:buSzPts val="1638"/>
              <a:buNone/>
              <a:defRPr sz="126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dt" idx="10"/>
          </p:nvPr>
        </p:nvSpPr>
        <p:spPr>
          <a:xfrm>
            <a:off x="494953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ftr" idx="11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sldNum" idx="12"/>
          </p:nvPr>
        </p:nvSpPr>
        <p:spPr>
          <a:xfrm>
            <a:off x="5084514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79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콘텐츠 2개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>
            <a:spLocks noGrp="1"/>
          </p:cNvSpPr>
          <p:nvPr>
            <p:ph type="title"/>
          </p:nvPr>
        </p:nvSpPr>
        <p:spPr>
          <a:xfrm>
            <a:off x="494953" y="383298"/>
            <a:ext cx="6209408" cy="139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494953" y="1916484"/>
            <a:ext cx="3059708" cy="456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51678" lvl="0" indent="-263759" algn="l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03356" lvl="1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55035" lvl="2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06713" lvl="3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58391" lvl="4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10069" lvl="5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61748" lvl="6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813426" lvl="7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165104" lvl="8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body" idx="2"/>
          </p:nvPr>
        </p:nvSpPr>
        <p:spPr>
          <a:xfrm>
            <a:off x="3644652" y="1916484"/>
            <a:ext cx="3059708" cy="456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51678" lvl="0" indent="-263759" algn="l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03356" lvl="1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55035" lvl="2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06713" lvl="3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58391" lvl="4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10069" lvl="5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61748" lvl="6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813426" lvl="7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165104" lvl="8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dt" idx="10"/>
          </p:nvPr>
        </p:nvSpPr>
        <p:spPr>
          <a:xfrm>
            <a:off x="494953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ftr" idx="11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sldNum" idx="12"/>
          </p:nvPr>
        </p:nvSpPr>
        <p:spPr>
          <a:xfrm>
            <a:off x="5084514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31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비교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495890" y="383298"/>
            <a:ext cx="6209408" cy="139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body" idx="1"/>
          </p:nvPr>
        </p:nvSpPr>
        <p:spPr>
          <a:xfrm>
            <a:off x="495891" y="1764832"/>
            <a:ext cx="3045647" cy="86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51678" lvl="0" indent="-175839" algn="l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1890" b="1"/>
            </a:lvl1pPr>
            <a:lvl2pPr marL="703356" lvl="1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1575" b="1"/>
            </a:lvl2pPr>
            <a:lvl3pPr marL="1055035" lvl="2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417" b="1"/>
            </a:lvl3pPr>
            <a:lvl4pPr marL="1406713" lvl="3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 b="1"/>
            </a:lvl4pPr>
            <a:lvl5pPr marL="1758391" lvl="4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 b="1"/>
            </a:lvl5pPr>
            <a:lvl6pPr marL="2110069" lvl="5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 b="1"/>
            </a:lvl6pPr>
            <a:lvl7pPr marL="2461748" lvl="6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 b="1"/>
            </a:lvl7pPr>
            <a:lvl8pPr marL="2813426" lvl="7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 b="1"/>
            </a:lvl8pPr>
            <a:lvl9pPr marL="3165104" lvl="8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 b="1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5891" y="2629749"/>
            <a:ext cx="3045647" cy="386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51678" lvl="0" indent="-263759" algn="l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03356" lvl="1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55035" lvl="2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06713" lvl="3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58391" lvl="4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10069" lvl="5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61748" lvl="6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813426" lvl="7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165104" lvl="8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3"/>
          </p:nvPr>
        </p:nvSpPr>
        <p:spPr>
          <a:xfrm>
            <a:off x="3644653" y="1764832"/>
            <a:ext cx="3060646" cy="864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51678" lvl="0" indent="-175839" algn="l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chemeClr val="dk1"/>
              </a:buClr>
              <a:buSzPts val="2457"/>
              <a:buNone/>
              <a:defRPr sz="1890" b="1"/>
            </a:lvl1pPr>
            <a:lvl2pPr marL="703356" lvl="1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2047"/>
              <a:buNone/>
              <a:defRPr sz="1575" b="1"/>
            </a:lvl2pPr>
            <a:lvl3pPr marL="1055035" lvl="2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42"/>
              <a:buNone/>
              <a:defRPr sz="1417" b="1"/>
            </a:lvl3pPr>
            <a:lvl4pPr marL="1406713" lvl="3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 b="1"/>
            </a:lvl4pPr>
            <a:lvl5pPr marL="1758391" lvl="4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 b="1"/>
            </a:lvl5pPr>
            <a:lvl6pPr marL="2110069" lvl="5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 b="1"/>
            </a:lvl6pPr>
            <a:lvl7pPr marL="2461748" lvl="6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 b="1"/>
            </a:lvl7pPr>
            <a:lvl8pPr marL="2813426" lvl="7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 b="1"/>
            </a:lvl8pPr>
            <a:lvl9pPr marL="3165104" lvl="8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 b="1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4"/>
          </p:nvPr>
        </p:nvSpPr>
        <p:spPr>
          <a:xfrm>
            <a:off x="3644653" y="2629749"/>
            <a:ext cx="3060646" cy="386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51678" lvl="0" indent="-263759" algn="l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03356" lvl="1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55035" lvl="2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06713" lvl="3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58391" lvl="4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10069" lvl="5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61748" lvl="6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813426" lvl="7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165104" lvl="8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dt" idx="10"/>
          </p:nvPr>
        </p:nvSpPr>
        <p:spPr>
          <a:xfrm>
            <a:off x="494953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ftr" idx="11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sldNum" idx="12"/>
          </p:nvPr>
        </p:nvSpPr>
        <p:spPr>
          <a:xfrm>
            <a:off x="5084514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443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제목만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>
            <a:spLocks noGrp="1"/>
          </p:cNvSpPr>
          <p:nvPr>
            <p:ph type="title"/>
          </p:nvPr>
        </p:nvSpPr>
        <p:spPr>
          <a:xfrm>
            <a:off x="494953" y="383298"/>
            <a:ext cx="6209408" cy="139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494953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5084514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빈 화면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94953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5084514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36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캡션 있는 콘텐츠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252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060646" y="1036569"/>
            <a:ext cx="3644652" cy="511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51678" lvl="0" indent="-335853" algn="l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chemeClr val="dk1"/>
              </a:buClr>
              <a:buSzPts val="3276"/>
              <a:buChar char="•"/>
              <a:defRPr sz="2520"/>
            </a:lvl1pPr>
            <a:lvl2pPr marL="703356" lvl="1" indent="-315827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2866"/>
              <a:buChar char="•"/>
              <a:defRPr sz="2205"/>
            </a:lvl2pPr>
            <a:lvl3pPr marL="1055035" lvl="2" indent="-295850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2457"/>
              <a:buChar char="•"/>
              <a:defRPr sz="1890"/>
            </a:lvl3pPr>
            <a:lvl4pPr marL="1406713" lvl="3" indent="-275824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1575"/>
            </a:lvl4pPr>
            <a:lvl5pPr marL="1758391" lvl="4" indent="-275824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1575"/>
            </a:lvl5pPr>
            <a:lvl6pPr marL="2110069" lvl="5" indent="-275824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1575"/>
            </a:lvl6pPr>
            <a:lvl7pPr marL="2461748" lvl="6" indent="-275824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1575"/>
            </a:lvl7pPr>
            <a:lvl8pPr marL="2813426" lvl="7" indent="-275823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1575"/>
            </a:lvl8pPr>
            <a:lvl9pPr marL="3165104" lvl="8" indent="-275823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2047"/>
              <a:buChar char="•"/>
              <a:defRPr sz="1575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95890" y="2159794"/>
            <a:ext cx="2321966" cy="400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51678" lvl="0" indent="-175839" algn="l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/>
            </a:lvl1pPr>
            <a:lvl2pPr marL="703356" lvl="1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1102"/>
            </a:lvl2pPr>
            <a:lvl3pPr marL="1055035" lvl="2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945"/>
            </a:lvl3pPr>
            <a:lvl4pPr marL="1406713" lvl="3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788"/>
            </a:lvl4pPr>
            <a:lvl5pPr marL="1758391" lvl="4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788"/>
            </a:lvl5pPr>
            <a:lvl6pPr marL="2110069" lvl="5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788"/>
            </a:lvl6pPr>
            <a:lvl7pPr marL="2461748" lvl="6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788"/>
            </a:lvl7pPr>
            <a:lvl8pPr marL="2813426" lvl="7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788"/>
            </a:lvl8pPr>
            <a:lvl9pPr marL="3165104" lvl="8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788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94953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5084514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43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캡션 있는 그림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76"/>
              <a:buFont typeface="Play"/>
              <a:buNone/>
              <a:defRPr sz="252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3060646" y="1036569"/>
            <a:ext cx="3644652" cy="511617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495890" y="2159794"/>
            <a:ext cx="2321966" cy="4001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51678" lvl="0" indent="-175839" algn="l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chemeClr val="dk1"/>
              </a:buClr>
              <a:buSzPts val="1638"/>
              <a:buNone/>
              <a:defRPr sz="1260"/>
            </a:lvl1pPr>
            <a:lvl2pPr marL="703356" lvl="1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433"/>
              <a:buNone/>
              <a:defRPr sz="1102"/>
            </a:lvl2pPr>
            <a:lvl3pPr marL="1055035" lvl="2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228"/>
              <a:buNone/>
              <a:defRPr sz="945"/>
            </a:lvl3pPr>
            <a:lvl4pPr marL="1406713" lvl="3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788"/>
            </a:lvl4pPr>
            <a:lvl5pPr marL="1758391" lvl="4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788"/>
            </a:lvl5pPr>
            <a:lvl6pPr marL="2110069" lvl="5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788"/>
            </a:lvl6pPr>
            <a:lvl7pPr marL="2461748" lvl="6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788"/>
            </a:lvl7pPr>
            <a:lvl8pPr marL="2813426" lvl="7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788"/>
            </a:lvl8pPr>
            <a:lvl9pPr marL="3165104" lvl="8" indent="-17583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024"/>
              <a:buNone/>
              <a:defRPr sz="788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94953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5084514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46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제목 및 세로 텍스트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94953" y="383298"/>
            <a:ext cx="6209408" cy="139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1315708" y="1095729"/>
            <a:ext cx="4567898" cy="6209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51678" lvl="0" indent="-263759" algn="l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03356" lvl="1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55035" lvl="2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06713" lvl="3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58391" lvl="4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10069" lvl="5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61748" lvl="6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813426" lvl="7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165104" lvl="8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94953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5084514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51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세로 제목 및 텍스트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2877642" y="2657664"/>
            <a:ext cx="6101085" cy="1552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-272057" y="1150307"/>
            <a:ext cx="6101085" cy="456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51678" lvl="0" indent="-263759" algn="l">
              <a:lnSpc>
                <a:spcPct val="90000"/>
              </a:lnSpc>
              <a:spcBef>
                <a:spcPts val="78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703356" lvl="1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55035" lvl="2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406713" lvl="3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58391" lvl="4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110069" lvl="5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61748" lvl="6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813426" lvl="7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165104" lvl="8" indent="-263759" algn="l">
              <a:lnSpc>
                <a:spcPct val="90000"/>
              </a:lnSpc>
              <a:spcBef>
                <a:spcPts val="394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94953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5084514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0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94953" y="383298"/>
            <a:ext cx="6209408" cy="139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4"/>
              <a:buFont typeface="Play"/>
              <a:buNone/>
              <a:defRPr sz="4504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94953" y="1916484"/>
            <a:ext cx="6209408" cy="4567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10591" algn="l" rtl="0">
              <a:lnSpc>
                <a:spcPct val="90000"/>
              </a:lnSpc>
              <a:spcBef>
                <a:spcPts val="1024"/>
              </a:spcBef>
              <a:spcAft>
                <a:spcPts val="0"/>
              </a:spcAft>
              <a:buClr>
                <a:schemeClr val="dk1"/>
              </a:buClr>
              <a:buSzPts val="2866"/>
              <a:buFont typeface="Arial"/>
              <a:buChar char="•"/>
              <a:defRPr sz="286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4620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457"/>
              <a:buFont typeface="Arial"/>
              <a:buChar char="•"/>
              <a:defRPr sz="245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8585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2047"/>
              <a:buFont typeface="Arial"/>
              <a:buChar char="•"/>
              <a:defRPr sz="204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5567" algn="l" rtl="0">
              <a:lnSpc>
                <a:spcPct val="90000"/>
              </a:lnSpc>
              <a:spcBef>
                <a:spcPts val="512"/>
              </a:spcBef>
              <a:spcAft>
                <a:spcPts val="0"/>
              </a:spcAft>
              <a:buClr>
                <a:schemeClr val="dk1"/>
              </a:buClr>
              <a:buSzPts val="1842"/>
              <a:buFont typeface="Arial"/>
              <a:buChar char="•"/>
              <a:defRPr sz="184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94953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4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4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5084514" y="6672698"/>
            <a:ext cx="1619846" cy="38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4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4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4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4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4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4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4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4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45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75345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7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CBE2294-08C5-213E-3A86-F6B32734B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그림, 아동 미술, 스케치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5AD0CC-F6B7-C51F-40D7-5784E6065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7199313" cy="7199313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E665BF8D-2ED1-F3DD-B5AA-199F822244C5}"/>
              </a:ext>
            </a:extLst>
          </p:cNvPr>
          <p:cNvSpPr/>
          <p:nvPr/>
        </p:nvSpPr>
        <p:spPr>
          <a:xfrm>
            <a:off x="-1" y="431314"/>
            <a:ext cx="7199313" cy="6286112"/>
          </a:xfrm>
          <a:prstGeom prst="rect">
            <a:avLst/>
          </a:prstGeom>
          <a:solidFill>
            <a:schemeClr val="bg1">
              <a:alpha val="3951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03356">
              <a:buClr>
                <a:srgbClr val="000000"/>
              </a:buClr>
            </a:pPr>
            <a:endParaRPr lang="en-US" sz="107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07" name="Google Shape;107;p2">
            <a:extLst>
              <a:ext uri="{FF2B5EF4-FFF2-40B4-BE49-F238E27FC236}">
                <a16:creationId xmlns:a16="http://schemas.microsoft.com/office/drawing/2014/main" id="{3D263922-2E73-9914-5A24-178275321EEB}"/>
              </a:ext>
            </a:extLst>
          </p:cNvPr>
          <p:cNvSpPr txBox="1"/>
          <p:nvPr/>
        </p:nvSpPr>
        <p:spPr>
          <a:xfrm>
            <a:off x="346084" y="5214387"/>
            <a:ext cx="6507140" cy="49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321" tIns="35151" rIns="70321" bIns="35151" anchor="t" anchorCtr="0">
            <a:spAutoFit/>
          </a:bodyPr>
          <a:lstStyle/>
          <a:p>
            <a:pPr marL="136764" indent="-136764" defTabSz="703356"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385" kern="0" dirty="0">
                <a:solidFill>
                  <a:srgbClr val="1E2A38"/>
                </a:solidFill>
                <a:latin typeface="Aptos" panose="020B0004020202020204" pitchFamily="34" charset="0"/>
                <a:cs typeface="Arial"/>
                <a:sym typeface="Arial"/>
              </a:rPr>
              <a:t>Time &amp; Date: </a:t>
            </a:r>
            <a:r>
              <a:rPr lang="en-US" altLang="ko-KR" sz="1385" kern="0" dirty="0">
                <a:solidFill>
                  <a:srgbClr val="1E2A38"/>
                </a:solidFill>
                <a:latin typeface="Aptos" panose="020B0004020202020204" pitchFamily="34" charset="0"/>
                <a:cs typeface="Arial"/>
                <a:sym typeface="Arial"/>
              </a:rPr>
              <a:t>2026</a:t>
            </a:r>
            <a:r>
              <a:rPr lang="ko-KR" altLang="en-US" sz="1385" kern="0" dirty="0">
                <a:solidFill>
                  <a:srgbClr val="1E2A38"/>
                </a:solidFill>
                <a:latin typeface="Aptos" panose="020B0004020202020204" pitchFamily="34" charset="0"/>
                <a:cs typeface="Arial"/>
                <a:sym typeface="Arial"/>
              </a:rPr>
              <a:t>년 </a:t>
            </a:r>
            <a:r>
              <a:rPr lang="en-US" sz="1385" kern="0" dirty="0">
                <a:solidFill>
                  <a:srgbClr val="1E2A38"/>
                </a:solidFill>
                <a:latin typeface="Aptos" panose="020B0004020202020204" pitchFamily="34" charset="0"/>
                <a:cs typeface="Arial"/>
                <a:sym typeface="Arial"/>
              </a:rPr>
              <a:t>7월 16일 목요일 오후 7시-8시 (세미나 후 네트워킹)</a:t>
            </a:r>
            <a:endParaRPr sz="1385" kern="0" dirty="0">
              <a:solidFill>
                <a:srgbClr val="1E2A38"/>
              </a:solidFill>
              <a:latin typeface="Aptos" panose="020B0004020202020204" pitchFamily="34" charset="0"/>
              <a:cs typeface="Arial"/>
              <a:sym typeface="Arial"/>
            </a:endParaRPr>
          </a:p>
          <a:p>
            <a:pPr marL="136764" indent="-136764" defTabSz="703356"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385" kern="0" dirty="0">
                <a:solidFill>
                  <a:srgbClr val="1E2A38"/>
                </a:solidFill>
                <a:latin typeface="Aptos" panose="020B0004020202020204" pitchFamily="34" charset="0"/>
                <a:cs typeface="Arial"/>
                <a:sym typeface="Arial"/>
              </a:rPr>
              <a:t>Venue: 동국대학교 서울캠퍼스 </a:t>
            </a:r>
            <a:r>
              <a:rPr lang="ko-KR" altLang="en-US" sz="1385" kern="0" dirty="0">
                <a:solidFill>
                  <a:srgbClr val="1E2A38"/>
                </a:solidFill>
                <a:latin typeface="Aptos" panose="020B0004020202020204" pitchFamily="34" charset="0"/>
                <a:cs typeface="Arial"/>
                <a:sym typeface="Arial"/>
              </a:rPr>
              <a:t>원흥관 </a:t>
            </a:r>
            <a:r>
              <a:rPr lang="en-US" altLang="ko-KR" sz="1385" kern="0" dirty="0">
                <a:solidFill>
                  <a:srgbClr val="1E2A38"/>
                </a:solidFill>
                <a:latin typeface="Aptos" panose="020B0004020202020204" pitchFamily="34" charset="0"/>
                <a:cs typeface="Arial"/>
                <a:sym typeface="Arial"/>
              </a:rPr>
              <a:t>3</a:t>
            </a:r>
            <a:r>
              <a:rPr lang="ko-KR" altLang="en-US" sz="1385" kern="0" dirty="0">
                <a:solidFill>
                  <a:srgbClr val="1E2A38"/>
                </a:solidFill>
                <a:latin typeface="Aptos" panose="020B0004020202020204" pitchFamily="34" charset="0"/>
                <a:cs typeface="Arial"/>
                <a:sym typeface="Arial"/>
              </a:rPr>
              <a:t>층 </a:t>
            </a:r>
            <a:r>
              <a:rPr lang="en" altLang="ko-KR" sz="1385" kern="0" dirty="0" err="1">
                <a:solidFill>
                  <a:srgbClr val="1E2A38"/>
                </a:solidFill>
                <a:latin typeface="Aptos" panose="020B0004020202020204" pitchFamily="34" charset="0"/>
                <a:cs typeface="Arial"/>
                <a:sym typeface="Arial"/>
              </a:rPr>
              <a:t>i</a:t>
            </a:r>
            <a:r>
              <a:rPr lang="en-US" altLang="ko-KR" sz="1385" kern="0" dirty="0">
                <a:solidFill>
                  <a:srgbClr val="1E2A38"/>
                </a:solidFill>
                <a:latin typeface="Aptos" panose="020B0004020202020204" pitchFamily="34" charset="0"/>
                <a:cs typeface="Arial"/>
                <a:sym typeface="Arial"/>
              </a:rPr>
              <a:t>-SPACE</a:t>
            </a:r>
            <a:r>
              <a:rPr lang="en" altLang="ko-KR" sz="1385" kern="0" dirty="0">
                <a:solidFill>
                  <a:srgbClr val="1E2A38"/>
                </a:solidFill>
                <a:latin typeface="Aptos" panose="020B0004020202020204" pitchFamily="34" charset="0"/>
                <a:cs typeface="Arial"/>
                <a:sym typeface="Arial"/>
              </a:rPr>
              <a:t> </a:t>
            </a:r>
            <a:r>
              <a:rPr lang="en-US" sz="1385" kern="0" dirty="0">
                <a:solidFill>
                  <a:srgbClr val="1E2A38"/>
                </a:solidFill>
                <a:latin typeface="Aptos" panose="020B0004020202020204" pitchFamily="34" charset="0"/>
                <a:cs typeface="Arial"/>
                <a:sym typeface="Arial"/>
              </a:rPr>
              <a:t> (서울 중구 필동로1길 30)</a:t>
            </a:r>
            <a:endParaRPr sz="1385" kern="0" dirty="0">
              <a:solidFill>
                <a:srgbClr val="1E2A38"/>
              </a:solidFill>
              <a:latin typeface="Aptos" panose="020B0004020202020204" pitchFamily="34" charset="0"/>
              <a:cs typeface="Arial"/>
              <a:sym typeface="Arial"/>
            </a:endParaRPr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EDE04247-84CD-4366-9182-CA87A05DF566}"/>
              </a:ext>
            </a:extLst>
          </p:cNvPr>
          <p:cNvSpPr txBox="1"/>
          <p:nvPr/>
        </p:nvSpPr>
        <p:spPr>
          <a:xfrm>
            <a:off x="346083" y="2004869"/>
            <a:ext cx="6507147" cy="284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321" tIns="35151" rIns="70321" bIns="35151" anchor="t" anchorCtr="0">
            <a:spAutoFit/>
          </a:bodyPr>
          <a:lstStyle/>
          <a:p>
            <a:pPr marL="136764" indent="-136764" defTabSz="703356">
              <a:buClr>
                <a:srgbClr val="FFFFFF"/>
              </a:buClr>
              <a:buSzPts val="1800"/>
              <a:buFont typeface="Arial"/>
              <a:buChar char="•"/>
            </a:pPr>
            <a:r>
              <a:rPr lang="en-US" sz="1385" kern="0" dirty="0">
                <a:solidFill>
                  <a:srgbClr val="1E2A38"/>
                </a:solidFill>
                <a:latin typeface="Orbitron Medium" pitchFamily="2" charset="0"/>
                <a:cs typeface="Arial"/>
                <a:sym typeface="Arial"/>
              </a:rPr>
              <a:t>Speakers</a:t>
            </a:r>
            <a:endParaRPr sz="1077" kern="0" dirty="0">
              <a:solidFill>
                <a:srgbClr val="1E2A38"/>
              </a:solidFill>
              <a:latin typeface="Orbitron Medium" pitchFamily="2" charset="0"/>
              <a:cs typeface="Arial"/>
              <a:sym typeface="Arial"/>
            </a:endParaRPr>
          </a:p>
        </p:txBody>
      </p: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91AFA6D3-A1FB-9BA4-D431-CA82C34E8854}"/>
              </a:ext>
            </a:extLst>
          </p:cNvPr>
          <p:cNvSpPr txBox="1"/>
          <p:nvPr/>
        </p:nvSpPr>
        <p:spPr>
          <a:xfrm>
            <a:off x="1599952" y="2433802"/>
            <a:ext cx="5421463" cy="10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321" tIns="35151" rIns="70321" bIns="35151" anchor="t" anchorCtr="0">
            <a:spAutoFit/>
          </a:bodyPr>
          <a:lstStyle/>
          <a:p>
            <a:pPr marL="12211" defTabSz="703356">
              <a:buClr>
                <a:srgbClr val="000000"/>
              </a:buClr>
            </a:pPr>
            <a:r>
              <a:rPr lang="en-US" sz="1846" b="1" kern="0" dirty="0">
                <a:solidFill>
                  <a:srgbClr val="1E2A38"/>
                </a:solidFill>
                <a:latin typeface="Orbitron Black" pitchFamily="2" charset="0"/>
                <a:cs typeface="Arial"/>
                <a:sym typeface="Arial"/>
              </a:rPr>
              <a:t>헤드헌터가 말하는 ‘진짜 인재’의 조건</a:t>
            </a:r>
            <a:endParaRPr sz="1846" b="1" kern="0" dirty="0">
              <a:solidFill>
                <a:srgbClr val="1E2A38"/>
              </a:solidFill>
              <a:latin typeface="Orbitron Black" pitchFamily="2" charset="0"/>
              <a:cs typeface="Arial"/>
              <a:sym typeface="Arial"/>
            </a:endParaRPr>
          </a:p>
          <a:p>
            <a:pPr marL="12211" defTabSz="703356">
              <a:buClr>
                <a:srgbClr val="000000"/>
              </a:buClr>
            </a:pPr>
            <a:endParaRPr lang="en-US" sz="1538" b="1" kern="0" dirty="0">
              <a:solidFill>
                <a:srgbClr val="1E2A38"/>
              </a:solidFill>
              <a:latin typeface="Orbitron Black" pitchFamily="2" charset="0"/>
              <a:cs typeface="Arial"/>
              <a:sym typeface="Arial"/>
            </a:endParaRPr>
          </a:p>
          <a:p>
            <a:pPr marL="12211" defTabSz="703356">
              <a:buClr>
                <a:srgbClr val="000000"/>
              </a:buClr>
            </a:pPr>
            <a:r>
              <a:rPr lang="en-US" sz="1538" b="1" kern="0" dirty="0">
                <a:solidFill>
                  <a:srgbClr val="1E2A38"/>
                </a:solidFill>
                <a:latin typeface="Orbitron Black" pitchFamily="2" charset="0"/>
                <a:cs typeface="Arial"/>
                <a:sym typeface="Arial"/>
              </a:rPr>
              <a:t>김지호 대표</a:t>
            </a:r>
            <a:r>
              <a:rPr lang="ko-KR" altLang="en-US" sz="1538" b="1" kern="0" dirty="0">
                <a:solidFill>
                  <a:srgbClr val="1E2A38"/>
                </a:solidFill>
                <a:latin typeface="Orbitron Black" pitchFamily="2" charset="0"/>
                <a:cs typeface="Arial"/>
                <a:sym typeface="Arial"/>
              </a:rPr>
              <a:t> </a:t>
            </a:r>
            <a:r>
              <a:rPr lang="en-US" sz="1538" b="1" kern="0" dirty="0" err="1">
                <a:solidFill>
                  <a:srgbClr val="1E2A38"/>
                </a:solidFill>
                <a:latin typeface="Orbitron Black" pitchFamily="2" charset="0"/>
                <a:cs typeface="Arial"/>
                <a:sym typeface="Arial"/>
              </a:rPr>
              <a:t>컨설턴</a:t>
            </a:r>
            <a:r>
              <a:rPr lang="ko-KR" altLang="en-US" sz="1538" b="1" kern="0" dirty="0" err="1">
                <a:solidFill>
                  <a:srgbClr val="1E2A38"/>
                </a:solidFill>
                <a:latin typeface="Orbitron Black" pitchFamily="2" charset="0"/>
                <a:cs typeface="Arial"/>
                <a:sym typeface="Arial"/>
              </a:rPr>
              <a:t>트</a:t>
            </a:r>
            <a:endParaRPr sz="1538" kern="0" dirty="0">
              <a:solidFill>
                <a:srgbClr val="1E2A38"/>
              </a:solidFill>
              <a:latin typeface="Orbitron Medium" pitchFamily="2" charset="0"/>
              <a:cs typeface="Arial"/>
              <a:sym typeface="Arial"/>
            </a:endParaRPr>
          </a:p>
          <a:p>
            <a:pPr marL="12211" defTabSz="703356">
              <a:buClr>
                <a:srgbClr val="000000"/>
              </a:buClr>
            </a:pPr>
            <a:r>
              <a:rPr lang="en-US" sz="1231" kern="0" dirty="0">
                <a:solidFill>
                  <a:srgbClr val="1E2A38"/>
                </a:solidFill>
                <a:latin typeface="Orbitron Medium" pitchFamily="2" charset="0"/>
                <a:cs typeface="Arial"/>
                <a:sym typeface="Arial"/>
              </a:rPr>
              <a:t>Fine Discovery</a:t>
            </a:r>
            <a:endParaRPr sz="1077" kern="0" dirty="0">
              <a:solidFill>
                <a:srgbClr val="1E2A38"/>
              </a:solidFill>
              <a:latin typeface="Orbitron Medium" pitchFamily="2" charset="0"/>
              <a:cs typeface="Arial"/>
              <a:sym typeface="Arial"/>
            </a:endParaRPr>
          </a:p>
        </p:txBody>
      </p:sp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28602013-7B2F-F1E5-BCF5-8842B16C0598}"/>
              </a:ext>
            </a:extLst>
          </p:cNvPr>
          <p:cNvSpPr txBox="1"/>
          <p:nvPr/>
        </p:nvSpPr>
        <p:spPr>
          <a:xfrm>
            <a:off x="1599952" y="3836105"/>
            <a:ext cx="5342778" cy="101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321" tIns="35151" rIns="70321" bIns="35151" anchor="t" anchorCtr="0">
            <a:spAutoFit/>
          </a:bodyPr>
          <a:lstStyle/>
          <a:p>
            <a:pPr marL="12211" defTabSz="703356">
              <a:buClr>
                <a:srgbClr val="000000"/>
              </a:buClr>
            </a:pPr>
            <a:r>
              <a:rPr lang="ko-KR" altLang="en-US" sz="1846" b="1" kern="0" dirty="0">
                <a:solidFill>
                  <a:srgbClr val="1E2A38"/>
                </a:solidFill>
                <a:latin typeface="Orbitron Black" pitchFamily="2" charset="0"/>
                <a:cs typeface="Arial"/>
                <a:sym typeface="Arial"/>
              </a:rPr>
              <a:t>헬스케어 리더에게 듣는 성장과 커리어</a:t>
            </a:r>
            <a:endParaRPr lang="en-US" altLang="ko-KR" sz="1846" b="1" kern="0" dirty="0">
              <a:solidFill>
                <a:srgbClr val="1E2A38"/>
              </a:solidFill>
              <a:latin typeface="Orbitron Black" pitchFamily="2" charset="0"/>
              <a:cs typeface="Arial"/>
              <a:sym typeface="Arial"/>
            </a:endParaRPr>
          </a:p>
          <a:p>
            <a:pPr marL="12211" defTabSz="703356">
              <a:buClr>
                <a:srgbClr val="000000"/>
              </a:buClr>
            </a:pPr>
            <a:endParaRPr lang="en-US" sz="1538" b="1" kern="0" dirty="0">
              <a:solidFill>
                <a:srgbClr val="1E2A38"/>
              </a:solidFill>
              <a:latin typeface="Orbitron Black" pitchFamily="2" charset="0"/>
              <a:cs typeface="Arial"/>
              <a:sym typeface="Arial"/>
            </a:endParaRPr>
          </a:p>
          <a:p>
            <a:pPr marL="12211" defTabSz="703356">
              <a:buClr>
                <a:srgbClr val="000000"/>
              </a:buClr>
            </a:pPr>
            <a:r>
              <a:rPr lang="en-US" sz="1538" b="1" kern="0" dirty="0">
                <a:solidFill>
                  <a:srgbClr val="1E2A38"/>
                </a:solidFill>
                <a:latin typeface="Orbitron Black" pitchFamily="2" charset="0"/>
                <a:cs typeface="Arial"/>
                <a:sym typeface="Arial"/>
              </a:rPr>
              <a:t>이연재 대표</a:t>
            </a:r>
            <a:endParaRPr sz="1538" b="1" kern="0" dirty="0">
              <a:solidFill>
                <a:srgbClr val="1E2A38"/>
              </a:solidFill>
              <a:latin typeface="Orbitron Black" pitchFamily="2" charset="0"/>
              <a:cs typeface="Arial"/>
              <a:sym typeface="Arial"/>
            </a:endParaRPr>
          </a:p>
          <a:p>
            <a:pPr marL="12211" defTabSz="703356">
              <a:buClr>
                <a:srgbClr val="000000"/>
              </a:buClr>
            </a:pPr>
            <a:r>
              <a:rPr lang="en-US" sz="1231" kern="0" dirty="0">
                <a:solidFill>
                  <a:srgbClr val="1E2A38"/>
                </a:solidFill>
                <a:latin typeface="Orbitron Medium" pitchFamily="2" charset="0"/>
                <a:cs typeface="Arial"/>
                <a:sym typeface="Arial"/>
              </a:rPr>
              <a:t>Recordati - Asia Head</a:t>
            </a:r>
            <a:endParaRPr sz="1077" kern="0" dirty="0">
              <a:solidFill>
                <a:srgbClr val="1E2A38"/>
              </a:solidFill>
              <a:latin typeface="Orbitron Medium" pitchFamily="2" charset="0"/>
              <a:cs typeface="Arial"/>
              <a:sym typeface="Arial"/>
            </a:endParaRPr>
          </a:p>
        </p:txBody>
      </p:sp>
      <p:sp>
        <p:nvSpPr>
          <p:cNvPr id="5" name="Google Shape;120;g3eec9f26fe2_0_0">
            <a:extLst>
              <a:ext uri="{FF2B5EF4-FFF2-40B4-BE49-F238E27FC236}">
                <a16:creationId xmlns:a16="http://schemas.microsoft.com/office/drawing/2014/main" id="{C722711F-6D90-D676-B52F-1BA53121EDC0}"/>
              </a:ext>
            </a:extLst>
          </p:cNvPr>
          <p:cNvSpPr txBox="1"/>
          <p:nvPr/>
        </p:nvSpPr>
        <p:spPr>
          <a:xfrm>
            <a:off x="280341" y="773376"/>
            <a:ext cx="6638626" cy="591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321" tIns="35151" rIns="70321" bIns="35151" anchor="t" anchorCtr="0">
            <a:spAutoFit/>
          </a:bodyPr>
          <a:lstStyle/>
          <a:p>
            <a:pPr algn="r" defTabSz="703356">
              <a:buClr>
                <a:srgbClr val="000000"/>
              </a:buClr>
            </a:pPr>
            <a:r>
              <a:rPr lang="en-US" sz="3384" kern="0" dirty="0">
                <a:solidFill>
                  <a:srgbClr val="40E0D0"/>
                </a:solidFill>
                <a:latin typeface="Orbitron Medium" pitchFamily="2" charset="0"/>
                <a:ea typeface="Orbitron Medium"/>
                <a:cs typeface="Orbitron Medium"/>
                <a:sym typeface="Orbitron Medium"/>
              </a:rPr>
              <a:t>x</a:t>
            </a:r>
            <a:r>
              <a:rPr lang="en-US" sz="3384" b="1" kern="0" dirty="0">
                <a:solidFill>
                  <a:srgbClr val="40E0D0"/>
                </a:solidFill>
                <a:latin typeface="Orbitron Black" pitchFamily="2" charset="0"/>
                <a:ea typeface="Orbitron Medium"/>
                <a:cs typeface="Orbitron Medium"/>
                <a:sym typeface="Orbitron Medium"/>
              </a:rPr>
              <a:t> </a:t>
            </a:r>
            <a:r>
              <a:rPr lang="en-US" sz="3384" b="1" kern="0" dirty="0">
                <a:solidFill>
                  <a:srgbClr val="40E0D0"/>
                </a:solidFill>
                <a:latin typeface="Orbitron Medium" pitchFamily="2" charset="0"/>
                <a:ea typeface="Orbitron Medium"/>
                <a:cs typeface="Orbitron Medium"/>
                <a:sym typeface="Orbitron Medium"/>
              </a:rPr>
              <a:t>Fine</a:t>
            </a:r>
            <a:r>
              <a:rPr lang="en-US" sz="3384" kern="0" dirty="0">
                <a:solidFill>
                  <a:srgbClr val="40E0D0"/>
                </a:solidFill>
                <a:latin typeface="Orbitron Medium" pitchFamily="2" charset="0"/>
                <a:ea typeface="Orbitron Medium"/>
                <a:cs typeface="Orbitron Medium"/>
                <a:sym typeface="Orbitron Medium"/>
              </a:rPr>
              <a:t> Discovery</a:t>
            </a:r>
            <a:endParaRPr sz="3384" kern="0" dirty="0">
              <a:solidFill>
                <a:srgbClr val="40E0D0"/>
              </a:solidFill>
              <a:latin typeface="Orbitron Medium" pitchFamily="2" charset="0"/>
              <a:ea typeface="Orbitron Medium"/>
              <a:cs typeface="Orbitron Medium"/>
              <a:sym typeface="Orbitron Medium"/>
            </a:endParaRPr>
          </a:p>
        </p:txBody>
      </p:sp>
      <p:sp>
        <p:nvSpPr>
          <p:cNvPr id="9" name="Google Shape;120;g3eec9f26fe2_0_0">
            <a:extLst>
              <a:ext uri="{FF2B5EF4-FFF2-40B4-BE49-F238E27FC236}">
                <a16:creationId xmlns:a16="http://schemas.microsoft.com/office/drawing/2014/main" id="{2A961982-06E2-BC3B-1108-92BA0CE0890B}"/>
              </a:ext>
            </a:extLst>
          </p:cNvPr>
          <p:cNvSpPr txBox="1"/>
          <p:nvPr/>
        </p:nvSpPr>
        <p:spPr>
          <a:xfrm>
            <a:off x="1794919" y="1319230"/>
            <a:ext cx="3609469" cy="497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321" tIns="35151" rIns="70321" bIns="35151" anchor="t" anchorCtr="0">
            <a:spAutoFit/>
          </a:bodyPr>
          <a:lstStyle/>
          <a:p>
            <a:pPr algn="ctr" defTabSz="703356">
              <a:buClr>
                <a:srgbClr val="000000"/>
              </a:buClr>
            </a:pPr>
            <a:r>
              <a:rPr lang="en-US" sz="2769" b="1" kern="0" dirty="0">
                <a:solidFill>
                  <a:srgbClr val="1E2A38"/>
                </a:solidFill>
                <a:latin typeface="Orbitron ExtraBold" pitchFamily="2" charset="0"/>
                <a:ea typeface="Orbitron Medium"/>
                <a:cs typeface="Orbitron Medium"/>
                <a:sym typeface="Orbitron Medium"/>
              </a:rPr>
              <a:t>Career Connect</a:t>
            </a:r>
            <a:endParaRPr sz="2769" b="1" kern="0" dirty="0">
              <a:solidFill>
                <a:srgbClr val="1E2A38"/>
              </a:solidFill>
              <a:latin typeface="Orbitron ExtraBold" pitchFamily="2" charset="0"/>
              <a:ea typeface="Orbitron Medium"/>
              <a:cs typeface="Orbitron Medium"/>
              <a:sym typeface="Orbitron Medium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2FD7D40-5D83-BB2C-B612-72AD330DE289}"/>
              </a:ext>
            </a:extLst>
          </p:cNvPr>
          <p:cNvSpPr/>
          <p:nvPr/>
        </p:nvSpPr>
        <p:spPr>
          <a:xfrm>
            <a:off x="-1" y="0"/>
            <a:ext cx="7199313" cy="477256"/>
          </a:xfrm>
          <a:prstGeom prst="rect">
            <a:avLst/>
          </a:prstGeom>
          <a:gradFill flip="none" rotWithShape="1">
            <a:gsLst>
              <a:gs pos="0">
                <a:srgbClr val="40E0D0">
                  <a:tint val="66000"/>
                  <a:satMod val="160000"/>
                </a:srgbClr>
              </a:gs>
              <a:gs pos="17000">
                <a:srgbClr val="40E0D0">
                  <a:tint val="44500"/>
                  <a:satMod val="160000"/>
                </a:srgbClr>
              </a:gs>
              <a:gs pos="7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03356">
              <a:buClr>
                <a:srgbClr val="000000"/>
              </a:buClr>
            </a:pPr>
            <a:endParaRPr lang="en-US" sz="107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C240119-71A9-7BAE-29D1-C47437E19596}"/>
              </a:ext>
            </a:extLst>
          </p:cNvPr>
          <p:cNvSpPr/>
          <p:nvPr/>
        </p:nvSpPr>
        <p:spPr>
          <a:xfrm flipV="1">
            <a:off x="-1" y="6734616"/>
            <a:ext cx="7199313" cy="477256"/>
          </a:xfrm>
          <a:prstGeom prst="rect">
            <a:avLst/>
          </a:prstGeom>
          <a:gradFill flip="none" rotWithShape="1">
            <a:gsLst>
              <a:gs pos="0">
                <a:srgbClr val="40E0D0">
                  <a:tint val="66000"/>
                  <a:satMod val="160000"/>
                </a:srgbClr>
              </a:gs>
              <a:gs pos="17000">
                <a:srgbClr val="40E0D0">
                  <a:tint val="44500"/>
                  <a:satMod val="160000"/>
                </a:srgbClr>
              </a:gs>
              <a:gs pos="51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703356">
              <a:buClr>
                <a:srgbClr val="000000"/>
              </a:buClr>
            </a:pPr>
            <a:endParaRPr lang="en-US" sz="107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112" name="Google Shape;112;p2">
            <a:extLst>
              <a:ext uri="{FF2B5EF4-FFF2-40B4-BE49-F238E27FC236}">
                <a16:creationId xmlns:a16="http://schemas.microsoft.com/office/drawing/2014/main" id="{1384937A-DEA6-0DA2-1A79-F3BB7E85B4B7}"/>
              </a:ext>
            </a:extLst>
          </p:cNvPr>
          <p:cNvSpPr txBox="1"/>
          <p:nvPr/>
        </p:nvSpPr>
        <p:spPr>
          <a:xfrm>
            <a:off x="4186023" y="6756663"/>
            <a:ext cx="1356116" cy="260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0321" tIns="35151" rIns="70321" bIns="35151" anchor="t" anchorCtr="0">
            <a:spAutoFit/>
          </a:bodyPr>
          <a:lstStyle/>
          <a:p>
            <a:pPr defTabSz="703356">
              <a:buClr>
                <a:srgbClr val="000000"/>
              </a:buClr>
            </a:pPr>
            <a:r>
              <a:rPr lang="en-US" altLang="ko-KR" sz="1231" kern="0" dirty="0">
                <a:solidFill>
                  <a:srgbClr val="1E2A38"/>
                </a:solidFill>
                <a:latin typeface="Orbitron Medium" pitchFamily="2" charset="0"/>
                <a:cs typeface="Arial"/>
                <a:sym typeface="Arial"/>
              </a:rPr>
              <a:t>&lt;&lt;</a:t>
            </a:r>
            <a:r>
              <a:rPr lang="ko-KR" altLang="en-US" sz="1231" kern="0" dirty="0">
                <a:solidFill>
                  <a:srgbClr val="1E2A38"/>
                </a:solidFill>
                <a:latin typeface="Orbitron Medium" pitchFamily="2" charset="0"/>
                <a:cs typeface="Arial"/>
                <a:sym typeface="Arial"/>
              </a:rPr>
              <a:t> </a:t>
            </a:r>
            <a:r>
              <a:rPr lang="en-US" sz="1231" kern="0" dirty="0">
                <a:solidFill>
                  <a:srgbClr val="1E2A38"/>
                </a:solidFill>
                <a:latin typeface="Orbitron Medium" pitchFamily="2" charset="0"/>
                <a:cs typeface="Arial"/>
                <a:sym typeface="Arial"/>
              </a:rPr>
              <a:t>Register</a:t>
            </a:r>
            <a:endParaRPr sz="923" kern="0" dirty="0">
              <a:solidFill>
                <a:srgbClr val="1E2A38"/>
              </a:solidFill>
              <a:latin typeface="Orbitron Medium" pitchFamily="2" charset="0"/>
              <a:cs typeface="Arial"/>
              <a:sym typeface="Arial"/>
            </a:endParaRPr>
          </a:p>
        </p:txBody>
      </p:sp>
      <p:pic>
        <p:nvPicPr>
          <p:cNvPr id="10" name="Google Shape;113;p2" title="스크린샷 2026-06-11 오후 8.30.16.png">
            <a:extLst>
              <a:ext uri="{FF2B5EF4-FFF2-40B4-BE49-F238E27FC236}">
                <a16:creationId xmlns:a16="http://schemas.microsoft.com/office/drawing/2014/main" id="{F9795738-F089-EA2B-B588-B16EF4BFE2B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9596" y="6032987"/>
            <a:ext cx="980120" cy="98419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" name="그림 15" descr="폰트, 그래픽, 그래픽 디자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393F45-7D12-4AC6-73BE-9DDB6376D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341" y="6405595"/>
            <a:ext cx="1741661" cy="237242"/>
          </a:xfrm>
          <a:prstGeom prst="rect">
            <a:avLst/>
          </a:prstGeom>
        </p:spPr>
      </p:pic>
      <p:pic>
        <p:nvPicPr>
          <p:cNvPr id="19" name="Google Shape;167;p5" descr="폰트, 그래픽, 로고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A74CF2-5DAD-7573-8A7F-009C56DAA8B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69281" y="6070655"/>
            <a:ext cx="1049686" cy="884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그림 29" descr="의류, 인간의 얼굴, 미소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AB288A-65AE-AA9C-5E09-DF504CC6FAE6}"/>
              </a:ext>
            </a:extLst>
          </p:cNvPr>
          <p:cNvPicPr>
            <a:picLocks/>
          </p:cNvPicPr>
          <p:nvPr/>
        </p:nvPicPr>
        <p:blipFill>
          <a:blip r:embed="rId7"/>
          <a:srcRect t="21443" r="50000" b="28074"/>
          <a:stretch>
            <a:fillRect/>
          </a:stretch>
        </p:blipFill>
        <p:spPr>
          <a:xfrm>
            <a:off x="436974" y="2436678"/>
            <a:ext cx="1162978" cy="1162978"/>
          </a:xfrm>
          <a:prstGeom prst="ellipse">
            <a:avLst/>
          </a:prstGeom>
        </p:spPr>
      </p:pic>
      <p:pic>
        <p:nvPicPr>
          <p:cNvPr id="31" name="그림 30" descr="의류, 인간의 얼굴, 미소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FFE327-B285-3EDE-0DB4-445BDACD7E10}"/>
              </a:ext>
            </a:extLst>
          </p:cNvPr>
          <p:cNvPicPr>
            <a:picLocks/>
          </p:cNvPicPr>
          <p:nvPr/>
        </p:nvPicPr>
        <p:blipFill>
          <a:blip r:embed="rId7"/>
          <a:srcRect l="50107" t="21563" r="-107" b="27954"/>
          <a:stretch>
            <a:fillRect/>
          </a:stretch>
        </p:blipFill>
        <p:spPr>
          <a:xfrm>
            <a:off x="436974" y="3903467"/>
            <a:ext cx="1162978" cy="1162978"/>
          </a:xfrm>
          <a:prstGeom prst="ellipse">
            <a:avLst/>
          </a:prstGeom>
        </p:spPr>
      </p:pic>
      <p:pic>
        <p:nvPicPr>
          <p:cNvPr id="32" name="Google Shape;121;g3eec9f26fe2_0_0" descr="폰트, 그래픽, 그래픽 디자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2AC7EF-DCD5-19B8-74CD-B68BEF5C3A4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80341" y="889794"/>
            <a:ext cx="2377723" cy="3570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7853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72</Words>
  <Application>Microsoft Macintosh PowerPoint</Application>
  <PresentationFormat>사용자 지정</PresentationFormat>
  <Paragraphs>14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맑은 고딕</vt:lpstr>
      <vt:lpstr>Aptos</vt:lpstr>
      <vt:lpstr>Arial</vt:lpstr>
      <vt:lpstr>Orbitron Black</vt:lpstr>
      <vt:lpstr>Orbitron ExtraBold</vt:lpstr>
      <vt:lpstr>Orbitron Medium</vt:lpstr>
      <vt:lpstr>Play</vt:lpstr>
      <vt:lpstr>1_Office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Jisu Ryu (유지수)</dc:creator>
  <cp:lastModifiedBy>Jisu Ryu (유지수)</cp:lastModifiedBy>
  <cp:revision>3</cp:revision>
  <dcterms:created xsi:type="dcterms:W3CDTF">2026-06-11T13:52:12Z</dcterms:created>
  <dcterms:modified xsi:type="dcterms:W3CDTF">2026-06-13T11:06:55Z</dcterms:modified>
</cp:coreProperties>
</file>